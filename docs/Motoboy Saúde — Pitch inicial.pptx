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76400"/>
            <a:ext cx="10566400" cy="436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76400"/>
            <a:ext cx="10566400" cy="436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Motoboy Saú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611610"/>
            <a:ext cx="1016000" cy="11811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299591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40"/>
              </a:lnSpc>
              <a:buNone/>
            </a:pPr>
            <a:r>
              <a:rPr lang="en-US" sz="6400" b="1" i="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Motoboy Saúde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812800" y="409317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0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Rode com saúde. Volte pra casa.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12800" y="475863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A9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FMU Tech Inovação · ODS 3 — Saúde e Bem-Estar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Ruiz de Farias · Gustavo Florencio dos Anjos · David Kenzo Iamaguti · Prof. Robson Carmo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800" y="2333129"/>
            <a:ext cx="10883392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Motoboys passam o dia no trânsito, em jornadas longas, sem acompanhamento de saúde.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5975" y="4024015"/>
            <a:ext cx="5124450" cy="1814810"/>
          </a:xfrm>
          <a:prstGeom prst="roundRect">
            <a:avLst>
              <a:gd name="adj" fmla="val 5423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4331990"/>
            <a:ext cx="4643755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13,5 mil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123950" y="5246390"/>
            <a:ext cx="464375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mortes de motociclistas em 2023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51575" y="4024015"/>
            <a:ext cx="5124450" cy="1814810"/>
          </a:xfrm>
          <a:prstGeom prst="roundRect">
            <a:avLst>
              <a:gd name="adj" fmla="val 5423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9550" y="4331990"/>
            <a:ext cx="4643755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+12,5%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559550" y="5246390"/>
            <a:ext cx="464375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 ano (eram 12 mil em 2022)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Atlas da Violência 2025 (Ipea/FBSP), dados do Ministério da Saúde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ouvimos de 19 motoboys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2800" y="3322439"/>
            <a:ext cx="2489200" cy="2519561"/>
          </a:xfrm>
          <a:prstGeom prst="roundRect">
            <a:avLst>
              <a:gd name="adj" fmla="val 4082"/>
            </a:avLst>
          </a:prstGeom>
          <a:solidFill>
            <a:srgbClr val="2C3A47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576439"/>
            <a:ext cx="2040636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00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5019080"/>
            <a:ext cx="204063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sofreram acidente trabalhando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05200" y="3322439"/>
            <a:ext cx="2489200" cy="2519561"/>
          </a:xfrm>
          <a:prstGeom prst="roundRect">
            <a:avLst>
              <a:gd name="adj" fmla="val 4082"/>
            </a:avLst>
          </a:prstGeom>
          <a:solidFill>
            <a:srgbClr val="2C3A47"/>
          </a:solidFill>
          <a:ln/>
        </p:spPr>
      </p:sp>
      <p:sp>
        <p:nvSpPr>
          <p:cNvPr id="7" name="Text 5"/>
          <p:cNvSpPr/>
          <p:nvPr/>
        </p:nvSpPr>
        <p:spPr>
          <a:xfrm>
            <a:off x="3759200" y="3576439"/>
            <a:ext cx="2040636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00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57,9%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759200" y="5019080"/>
            <a:ext cx="204063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sentem dor lombar com frequência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7600" y="3322439"/>
            <a:ext cx="2489200" cy="2519561"/>
          </a:xfrm>
          <a:prstGeom prst="roundRect">
            <a:avLst>
              <a:gd name="adj" fmla="val 4082"/>
            </a:avLst>
          </a:prstGeom>
          <a:solidFill>
            <a:srgbClr val="2C3A47"/>
          </a:solidFill>
          <a:ln/>
        </p:spPr>
      </p:sp>
      <p:sp>
        <p:nvSpPr>
          <p:cNvPr id="10" name="Text 8"/>
          <p:cNvSpPr/>
          <p:nvPr/>
        </p:nvSpPr>
        <p:spPr>
          <a:xfrm>
            <a:off x="6451600" y="3576439"/>
            <a:ext cx="2040636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00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52,6%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451600" y="5019080"/>
            <a:ext cx="204063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sentem estresse ou ansiedade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90000" y="3322439"/>
            <a:ext cx="2489200" cy="2519561"/>
          </a:xfrm>
          <a:prstGeom prst="roundRect">
            <a:avLst>
              <a:gd name="adj" fmla="val 4082"/>
            </a:avLst>
          </a:prstGeom>
          <a:solidFill>
            <a:srgbClr val="FF7A0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3576439"/>
            <a:ext cx="2040636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94,7%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9144000" y="5019080"/>
            <a:ext cx="204063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usariam o app (sim ou talvez)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própria, 24/10/2026 · amostra pequena, indica tendências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solução: 4 funções no MVP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5975" y="3305175"/>
            <a:ext cx="5175250" cy="116205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356235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Lembretes de pausa e água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3150" y="3943350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não passar horas seguidas sem descanso.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3305175"/>
            <a:ext cx="5175250" cy="116205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7950" y="356235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D7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de emergência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57950" y="3943350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 para o SAMU (192) e envia a localização.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975" y="4676775"/>
            <a:ext cx="5175250" cy="116205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3150" y="493395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saúde e apoio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73150" y="5314950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UBS, UPAs, hospitais e pontos de descanso.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00775" y="4676775"/>
            <a:ext cx="5175250" cy="116205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7950" y="493395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Dicas de saúde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57950" y="5314950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curto sobre saúde e alimentação.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2: registro de acidentes e sintomas, painel semanal e parcerias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e dados públicos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2800" y="3474740"/>
            <a:ext cx="5130800" cy="2367260"/>
          </a:xfrm>
          <a:prstGeom prst="roundRect">
            <a:avLst>
              <a:gd name="adj" fmla="val 4292"/>
            </a:avLst>
          </a:prstGeom>
          <a:solidFill>
            <a:srgbClr val="2C3A47"/>
          </a:solidFill>
          <a:ln/>
        </p:spPr>
      </p:sp>
      <p:sp>
        <p:nvSpPr>
          <p:cNvPr id="4" name="Text 2"/>
          <p:cNvSpPr/>
          <p:nvPr/>
        </p:nvSpPr>
        <p:spPr>
          <a:xfrm>
            <a:off x="1117600" y="3779540"/>
            <a:ext cx="465683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0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7196" y="4241800"/>
            <a:ext cx="457962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4404" indent="-184404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com React + Vite</a:t>
            </a:r>
            <a:endParaRPr lang="en-US" sz="1700" dirty="0"/>
          </a:p>
          <a:p>
            <a:pPr algn="l" marL="184404" indent="-184404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(login e banco)</a:t>
            </a:r>
            <a:endParaRPr lang="en-US" sz="1700" dirty="0"/>
          </a:p>
          <a:p>
            <a:pPr algn="l" marL="184404" indent="-184404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+ OpenStreetMap</a:t>
            </a:r>
            <a:endParaRPr lang="en-US" sz="1700" dirty="0"/>
          </a:p>
          <a:p>
            <a:pPr algn="l" marL="184404" indent="-184404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48400" y="3474740"/>
            <a:ext cx="5130800" cy="2367260"/>
          </a:xfrm>
          <a:prstGeom prst="roundRect">
            <a:avLst>
              <a:gd name="adj" fmla="val 4292"/>
            </a:avLst>
          </a:prstGeom>
          <a:solidFill>
            <a:srgbClr val="2C3A47"/>
          </a:solidFill>
          <a:ln/>
        </p:spPr>
      </p:sp>
      <p:sp>
        <p:nvSpPr>
          <p:cNvPr id="7" name="Text 5"/>
          <p:cNvSpPr/>
          <p:nvPr/>
        </p:nvSpPr>
        <p:spPr>
          <a:xfrm>
            <a:off x="6553200" y="3779540"/>
            <a:ext cx="465683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públicos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22796" y="4241800"/>
            <a:ext cx="457962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4404" indent="-184404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DATASUS</a:t>
            </a:r>
            <a:endParaRPr lang="en-US" sz="1700" dirty="0"/>
          </a:p>
          <a:p>
            <a:pPr algn="l" marL="184404" indent="-184404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CNES (estabelecimentos de saúde)</a:t>
            </a:r>
            <a:endParaRPr lang="en-US" sz="1700" dirty="0"/>
          </a:p>
          <a:p>
            <a:pPr algn="l" marL="184404" indent="-184404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Infosiga SP</a:t>
            </a:r>
            <a:endParaRPr lang="en-US" sz="1700" dirty="0"/>
          </a:p>
          <a:p>
            <a:pPr algn="l" marL="184404" indent="-184404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da Violência (Ipea)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Negócio e próximos passos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5975" y="3726954"/>
            <a:ext cx="5124450" cy="2111871"/>
          </a:xfrm>
          <a:prstGeom prst="roundRect">
            <a:avLst>
              <a:gd name="adj" fmla="val 4661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950" y="4034929"/>
            <a:ext cx="464375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negócio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23950" y="4497189"/>
            <a:ext cx="464375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gratuito para o motoboy.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23950" y="4926409"/>
            <a:ext cx="4643755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com parcerias: restaurantes, farmácias, convênios e clínicas.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51575" y="3726954"/>
            <a:ext cx="5124450" cy="2111871"/>
          </a:xfrm>
          <a:prstGeom prst="roundRect">
            <a:avLst>
              <a:gd name="adj" fmla="val 4661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9550" y="4034929"/>
            <a:ext cx="464375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59550" y="4497189"/>
            <a:ext cx="464375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Protótipo funcional e vídeo: 09/11 a 27/11.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9550" y="4926409"/>
            <a:ext cx="464375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final: 07 e 08/12.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Repositório: github.com/[usuario]/motoboy-saude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oboy Saúde — Pitch inicial">
  <a:themeElements>
    <a:clrScheme name="Motoboy Saúde — Pitch inicial">
      <a:dk1>
        <a:srgbClr val="1F2933"/>
      </a:dk1>
      <a:lt1>
        <a:srgbClr val="F5F7FA"/>
      </a:lt1>
      <a:dk2>
        <a:srgbClr val="343E47"/>
      </a:dk2>
      <a:lt2>
        <a:srgbClr val="C0C4C8"/>
      </a:lt2>
      <a:accent1>
        <a:srgbClr val="00D68F"/>
      </a:accent1>
      <a:accent2>
        <a:srgbClr val="00A86B"/>
      </a:accent2>
      <a:accent3>
        <a:srgbClr val="FF7A00"/>
      </a:accent3>
      <a:accent4>
        <a:srgbClr val="D7263D"/>
      </a:accent4>
      <a:accent5>
        <a:srgbClr val="FF9A3D"/>
      </a:accent5>
      <a:accent6>
        <a:srgbClr val="A9B4BE"/>
      </a:accent6>
      <a:hlink>
        <a:srgbClr val="0563C1"/>
      </a:hlink>
      <a:folHlink>
        <a:srgbClr val="954F72"/>
      </a:folHlink>
    </a:clrScheme>
    <a:fontScheme name="Motoboy Saúde — Pitch inici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Motoboy Saúde — Pitch inicial</dc:title>
  <dc:subject/>
  <dc:creator/>
  <cp:lastModifiedBy/>
  <cp:revision>1</cp:revision>
  <dcterms:created xsi:type="dcterms:W3CDTF">2026-10-25T01:25:27Z</dcterms:created>
  <dcterms:modified xsi:type="dcterms:W3CDTF">2026-10-25T01:25:27Z</dcterms:modified>
</cp:coreProperties>
</file>